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799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293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03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528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006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296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607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230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672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805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0160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8458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225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083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6758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2806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921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901C860-A549-4518-A487-E0B26EFBE70C}" type="datetimeFigureOut">
              <a:rPr lang="es-PE" smtClean="0"/>
              <a:t>2/05/2025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1C7B81-4D88-4315-B715-A5F0CD06842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0530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466E6-8F75-ACD5-AB43-2BDCD0271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Migración de una base de datos </a:t>
            </a:r>
            <a:r>
              <a:rPr lang="es-PE" dirty="0" err="1"/>
              <a:t>OnPremise</a:t>
            </a:r>
            <a:r>
              <a:rPr lang="es-PE" dirty="0"/>
              <a:t> a </a:t>
            </a:r>
            <a:r>
              <a:rPr lang="es-PE" dirty="0" err="1"/>
              <a:t>BigQuery</a:t>
            </a:r>
            <a:r>
              <a:rPr lang="es-PE" dirty="0"/>
              <a:t> GCP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865454-A0AD-35A4-B045-5578D434DF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sz="3200" i="1" dirty="0"/>
              <a:t>Jhersson Junnior Cruz Rosillo</a:t>
            </a:r>
          </a:p>
        </p:txBody>
      </p:sp>
    </p:spTree>
    <p:extLst>
      <p:ext uri="{BB962C8B-B14F-4D97-AF65-F5344CB8AC3E}">
        <p14:creationId xmlns:p14="http://schemas.microsoft.com/office/powerpoint/2010/main" val="336045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49E0C-5ADB-2C8B-9349-59DF9177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u="sng" dirty="0"/>
              <a:t>Problemática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A173F23-298D-22C6-4F01-233702D68B4D}"/>
              </a:ext>
            </a:extLst>
          </p:cNvPr>
          <p:cNvSpPr txBox="1">
            <a:spLocks/>
          </p:cNvSpPr>
          <p:nvPr/>
        </p:nvSpPr>
        <p:spPr>
          <a:xfrm>
            <a:off x="913795" y="1580050"/>
            <a:ext cx="10353762" cy="41173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es-ES" sz="2800" dirty="0"/>
              <a:t>La </a:t>
            </a:r>
            <a:r>
              <a:rPr lang="es-ES" sz="2800"/>
              <a:t>empresa ABC </a:t>
            </a:r>
            <a:r>
              <a:rPr lang="es-ES" sz="2800" dirty="0"/>
              <a:t>gestiona su base de datos de marketing en un entorno </a:t>
            </a:r>
            <a:r>
              <a:rPr lang="es-ES" sz="2800" dirty="0" err="1"/>
              <a:t>on</a:t>
            </a:r>
            <a:r>
              <a:rPr lang="es-ES" sz="2800" dirty="0"/>
              <a:t>-premise, lo que genera problemas de escalabilidad, acceso en tiempo real, mantenimiento e integración con herramientas modernas. Esto limita la toma de decisiones ágiles y precisas por parte del área de marketing. Se requiere migrar a una solución en la nube que optimice el procesamiento de datos y facilite la generación de reportes dinámicos.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36154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ACFF-787B-9541-F763-1E33260D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BDFFB-3BDA-FC24-C1D9-6BD573B7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Solución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3711805-D6D2-506E-2D90-F19CAF270797}"/>
              </a:ext>
            </a:extLst>
          </p:cNvPr>
          <p:cNvSpPr txBox="1">
            <a:spLocks/>
          </p:cNvSpPr>
          <p:nvPr/>
        </p:nvSpPr>
        <p:spPr>
          <a:xfrm>
            <a:off x="913795" y="1901593"/>
            <a:ext cx="10353762" cy="258398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es-ES" sz="3200" b="1" dirty="0"/>
              <a:t>Migrar</a:t>
            </a:r>
            <a:r>
              <a:rPr lang="es-ES" sz="3200" dirty="0"/>
              <a:t> la base de datos de marketing desde un entorno </a:t>
            </a:r>
            <a:r>
              <a:rPr lang="es-ES" sz="3200" b="1" dirty="0" err="1"/>
              <a:t>on</a:t>
            </a:r>
            <a:r>
              <a:rPr lang="es-ES" sz="3200" b="1" dirty="0"/>
              <a:t>-premise</a:t>
            </a:r>
            <a:r>
              <a:rPr lang="es-ES" sz="3200" dirty="0"/>
              <a:t> hacia la nube utilizando </a:t>
            </a:r>
            <a:r>
              <a:rPr lang="es-ES" sz="3200" b="1" dirty="0"/>
              <a:t>Google </a:t>
            </a:r>
            <a:r>
              <a:rPr lang="es-ES" sz="3200" b="1" dirty="0" err="1"/>
              <a:t>BigQuery</a:t>
            </a:r>
            <a:r>
              <a:rPr lang="es-ES" sz="3200" dirty="0"/>
              <a:t> como sistema de almacenamiento escalable y eficiente.</a:t>
            </a:r>
            <a:endParaRPr lang="es-PE" sz="6000" dirty="0"/>
          </a:p>
        </p:txBody>
      </p:sp>
    </p:spTree>
    <p:extLst>
      <p:ext uri="{BB962C8B-B14F-4D97-AF65-F5344CB8AC3E}">
        <p14:creationId xmlns:p14="http://schemas.microsoft.com/office/powerpoint/2010/main" val="155063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D417-9EE8-8478-BD08-FED37CAA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B69F9-125B-561C-ABEB-235EB0A3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Arquitectura de migración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C74CCF-E257-3B81-12AE-5701FE4EF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13" y="1869391"/>
            <a:ext cx="112109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3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459C-BEC7-F44A-AF1F-C3FB11B3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3AF22-D599-CD6C-3F14-5319C07C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5084"/>
            <a:ext cx="10353762" cy="970450"/>
          </a:xfrm>
        </p:spPr>
        <p:txBody>
          <a:bodyPr/>
          <a:lstStyle/>
          <a:p>
            <a:r>
              <a:rPr lang="es-PE" dirty="0"/>
              <a:t>Modelamiento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0BDE07-C160-5A04-8AFF-48B6A1359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781" y="1195534"/>
            <a:ext cx="5405790" cy="515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307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53</TotalTime>
  <Words>120</Words>
  <Application>Microsoft Office PowerPoint</Application>
  <PresentationFormat>Panorámica</PresentationFormat>
  <Paragraphs>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Pizarra</vt:lpstr>
      <vt:lpstr>Migración de una base de datos OnPremise a BigQuery GCP</vt:lpstr>
      <vt:lpstr>Problemática</vt:lpstr>
      <vt:lpstr>Solución</vt:lpstr>
      <vt:lpstr>Arquitectura de migración</vt:lpstr>
      <vt:lpstr>Modelamiento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de una base de datos OnPremise a BigQuery GCP</dc:title>
  <dc:creator>Jhersson Junnior Cruz Rosillo</dc:creator>
  <cp:lastModifiedBy>ALUMNO - JHERSSON JUNNIOR CRUZ ROSILLO</cp:lastModifiedBy>
  <cp:revision>2</cp:revision>
  <dcterms:created xsi:type="dcterms:W3CDTF">2025-04-10T00:27:53Z</dcterms:created>
  <dcterms:modified xsi:type="dcterms:W3CDTF">2025-05-03T00:50:06Z</dcterms:modified>
</cp:coreProperties>
</file>